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работы — международная миграция высококвалифицированных кадров: почему за таланты конкурируют страны и компании, какие инструменты используются и каков экономический эффект.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Миграция ВКС — перемещение специалистов для работы, требующей специальных знаний и высокой подготовки. Критерии: образование, подготовка, содержание работы, сложность задач. ISCED 2011 относит к третичному образованию уровни 5–8, ISCO-08 оценивает квалификацию через содержание труда. Единого юридического определения нет: США — H-1B, O-1, EB-1A; ЕС — Голубая карта; Китай — категории A, B, C; Россия — ст. 13.2 115-ФЗ.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Утечка мозгов сокращает кадровый потенциал страны происхождения. Приток мозгов увеличивает запас квалифицированных кадров принимающей страны. Циркуляция — перемещение без окончательного отъезда, ускоряет диффузию знаний. Растрата квалификации — мигрант работает ниже своего уровня, и экономика не получает полного эффекта.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Фордизм — массовое стандартизированное производство и конвейер. Постфордизм — гибкие системы и рост роли знаний. Индустрия 4.0 — ИИ, робототехника, большие данные, цифровые двойники. Индустрия 5.0 (Еврокомиссия) добавляет устойчивое развитие, устойчивость к потрясениям и человекоцентричность. Работник уже не выполняет операцию, а разрабатывает и контролирует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стратегии: развивать собственный человеческий капитал (долго и дорого) или привлекать специалистов из-за рубежа (быстрее, но конкуренция растёт). Развитые экономики сочетают обе. Инструменты делятся на государственные и корпоративные, прямые и косвенные.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США нет единой визы талантов. O-1 — для лиц с выдающимися достижениями, временный статус. EB-1A — иммиграционная категория, петицию можно подать без работодателя. H-1B — под спрос работодателей. EB-2 NIW — деятельность в национальных интересах. J-1 — академические обмены. Ключевая особенность — отбор по достижениям, а не по диплому.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Голубая карта ЕС (Директива 2021/1883): контракт от 6 месяцев, подтверждённая квалификация, зарплата не ниже 1,0–1,6 средней по стране. В 2024 году выдано 78,1 тыс. карт, 72% — в Германии (56,3 тыс.). Среди получателей лидирует Индия — около 21%, далее Россия, Турция, Китай.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Китай делит иностранных работников на категории A, B, C; виза R связана с категорией A — для талантов высокого уровня. ОАЭ используют Golden Visa — долгосрочный статус без спонсора, и налоговые преимущества: нет налога на зарплату, НДС 5%, корпоративный налог 9% свыше 375 000 AED. Для Skilled Professionals в Абу-Даби — зарплата от 30 000 AED в месяц.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Сравнение: США — несколько каналов под разные цели; ЕС — общеевропейское и национальное регулирование; Китай — адресный отбор по приоритетам; ОАЭ — резидентские и налоговые преимущества. Косвенный канал — стипендии: Erasmus Mundus, DAAD, Eiffel, Fulbright, Chevening.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Доля мигрантов с высшим образованием в ОЭСР выросла с 28% в 2001 до 38% в 2021 году (выходцы из стран вне ОЭСР). В США в 2024 году — 37 млн STEM-специалистов, 22% родились за рубежом. Среди PhD доля иностранцев: 46% в науке и инженерии, 57% в IT и математике, 58% среди инженеров. 29% — выходцы из Индии, 12% — из Китая. 73% иностранных PhD остаются через 5 лет, 68% — через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Великобритания: 10,3 млн рождённых за рубежом (15,2%), 436 тыс. новых иммигрантов в 2024, из них 27% — трудовые; 384 тыс. студенческих разрешений. Германия: иностранцев в ИКТ стало 165 тыс. против 45 тыс. в 2014. Катар: 26% неграждан — ВКС. Китай: 495 тыс. вернулись в 2024 (+19,1%), за 1978–2024 вернулись 86,7%, но миграционное сальдо остаётся отрицательным (−268 тыс.).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Центры оттока — Индия, Китай, Россия, Восточная Европа. В ОЭСР работают 98,9 тыс. врачей из Индии, 30,3 тыс. из Китая, 18,8 тыс. из России (рост с 2000 года — +268%). Румыния и Польша выделяются интенсивностью: за рубежом работают 28,5% румынских и 11,4% польских врачей, у России — 3,3%.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Google: 1 050 первичных H-1B в 2025 ф. г., программа Visiting Researcher; выручка Google Cloud +36% до 58,7 млрд $. Bayer: 15 тыс. специалистов в R&amp;D, 6,035 млрд € на исследования, три кандидата в противоопухолевые препараты с Broad Institute. Huawei: 213 тыс. сотрудников из 166 стран, 53,7% в R&amp;D, 165 тыс. патентов. Медицина: в ОЭСР 830 тыс. врачей-мигрантов; в Германии их доля выросла с 11,1% до 21,6%.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Хант и Готье-Луазель (2010): +1 п. п. образованных иммигрантов — +9–18% патентов на душу; иммигранты патентуют вдвое чаще. Пери, Ши, Спарбер (2014): рост зарплат местных выпускников на 7–8%, 30–50% прироста СФП. Керр и Линкольн (2010): +10% работников H-1B — +1–4% патентов, без вытеснения американцев. ОЭСР (2021): вклад мигрантов 547 млрд $ в 2017 году, чистый эффект от −1 до +1% ВВП.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Выводы: спрос на ВКС растёт с Индустрией 4.0 и 5.0; конкуренция за таланты стала частью госполитики; потоки распределены неравномерно; компании встроили международный найм в R&amp;D; эффект подтверждён исследованиями; страны-доноры теряют кадры, но частично компенсируют потери. Важно не только привлечь специалистов, но и создать условия для их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